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9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157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Eurovision 2018 Tweets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Prototype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914400" cy="548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498 Cloud Computing Applications  ·  Stage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Srikar Pisupati  ·  Anirudh Venkatraman  ·  Adam El Bahey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BSON document per tweet — keep it natural, flatten only what queries need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</a:rPr>
              <a:t>Why MongoDB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</a:rPr>
              <a:t>Tweets ship as JSON. BSON is JSON.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</a:rPr>
              <a:t>Less reshaping at ingest, native arrays for hashtags.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</a:rPr>
              <a:t>What we extract (the 6 queries' hot fields)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tweet id, time, user, verified, reply links,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retweet/quote ids, hashtags, place country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tweet_type precomputed at load 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06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document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0060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_id: 993723742768549888,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created_at: ISODate("2018-05-08..."),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tweet_type: "retweet",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 { id: 4210815083,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screen_name: "PaulaKarwacka",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verified: false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reply: { in_reply_to_status_id: null, ...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retweeted_status_id: 9937234..,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entities: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hashtags: ["eurovision","eurowizja"]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place: { country: "United Kingdom"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Indexing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NDJSON → trim → upsert in 5k batches → create indexes after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1A2E"/>
                </a:solidFill>
              </a:rPr>
              <a:t>Read tweets line-by-line (NDJSON)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1A2E"/>
                </a:solidFill>
              </a:rPr>
              <a:t>Skip stream-control records (limit/delete)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1A2E"/>
                </a:solidFill>
              </a:rPr>
              <a:t>Lowercase hashtags so #ESC = #esc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1A2E"/>
                </a:solidFill>
              </a:rPr>
              <a:t>Compute tweet_type at ingest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1A2E"/>
                </a:solidFill>
              </a:rPr>
              <a:t>bulk_write upserts in 5,000-doc batches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27432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006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used by the demo queries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0" y="1554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db.tweets.createIndex({ "place.country": 1 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db.tweets.createIndex({ "entities.hashtags": 1 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// multikey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2834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plan listed 7 indexes; only the two above are needed for the queries we demo today.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265176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795,473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74520" y="4114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ingested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4114800"/>
            <a:ext cx="265176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4114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4114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 (local)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265176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4114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MB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43800" y="4114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on-disk footprint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Country with the most tweets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place.country, sort desc, take top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db.tweets.aggregate([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$match: { "place.country": { $ne: null } }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"$place.country",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tweet_count: { $sum: 1 } }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tweet_count: -1 }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$limit: 1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402336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34640" y="39319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96167"/>
                </a:solidFill>
              </a:rPr>
              <a:t>6,041</a:t>
            </a:r>
            <a:r>
              <a:rPr lang="en-US" sz="1400" dirty="0">
                <a:solidFill>
                  <a:srgbClr val="CADCFC"/>
                </a:solidFill>
              </a:rPr>
              <a:t>  tweets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520440"/>
          </a:xfrm>
          <a:prstGeom prst="rect">
            <a:avLst/>
          </a:prstGeom>
          <a:solidFill>
            <a:srgbClr val="FAFBFE"/>
          </a:solidFill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 of query running here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UI / mongosh / Compass output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33E66E-A678-C509-A711-4B28DC856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76650"/>
            <a:ext cx="4480560" cy="3532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 — Top 100 hashtags by tweet count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$unwind the multikey hashtag array, group, sort, limit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db.tweets.aggregate([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$match: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"entities.hashtags": { $exists: true,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$ne: [] } }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$unwind: "$entities.hashtags"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"$entities.hashtags",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tweet_count: { $sum: 1 } }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tweet_count: -1 }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$limit: 100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(full list of 100 in results JSON)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4023360" cy="9906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#eurovision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591,213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#esc2018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66,736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#allaboard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54,319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188720"/>
            <a:ext cx="4023360" cy="3520440"/>
          </a:xfrm>
          <a:prstGeom prst="rect">
            <a:avLst/>
          </a:prstGeom>
          <a:solidFill>
            <a:srgbClr val="FAFBFE"/>
          </a:solidFill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6344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 of query running here 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top 25 of 100 in the screenshot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66AD86-9A76-DD39-4560-EBCACD3D1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25880"/>
            <a:ext cx="45720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change with hindsight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023360" cy="29718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One doc per tweet kept the model close to the wire format — minimal ETL bugs.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Multikey index on entities.hashtags made the top-100 query a 6-second aggregate on 800k docs.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place.country index turned Q2 into a sub-second covered group-and-sort.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Lowercasing hashtags at load avoided GROUP BY surprises (#ESC vs #esc).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4114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change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023360" cy="2971800"/>
          </a:xfrm>
          <a:prstGeom prst="rect">
            <a:avLst/>
          </a:prstGeom>
          <a:solidFill>
            <a:srgbClr val="FFF4F4"/>
          </a:solidFill>
          <a:ln w="12700">
            <a:solidFill>
              <a:srgbClr val="F8C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Materialize a (hashtag, count) summary collection for repeat dashboards instead of $unwind every time.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Pre-extract user→user reply edges into an interactions collection — Q5 (mutual-reply trios) needs a graph view we don't have.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Reconsider compound (verified, tweet_type) index — Q6 doesn't filter on verified, it groups; the index helps less than expected.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Drop fields we never query (urls, source, profile_*) at load — would shave ~30% off raw doc size.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MongoDB, and about cloud data work in general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matter more than schema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one field from scan to index turned Q4 from minutes to seconds. The biggest performance levers were index choices, not document shape.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280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at ingest, not at query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tweets carry ~80 fields we never read. Dropping them in the loader cut storage 10x and made every aggregation faster.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free tier is real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on GCP loaded the same 39 MB collection in under 10 minutes over residential internet. Useful for demos, capped at 512 MB.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3017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isn't free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Single-doc reads are strong. The moment you cross documents (e.g. mutual replies) you have to think about it yourself.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if you're considering MongoDB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it for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417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data with arrays and nested objects, evolving schemas, read-heavy analytics over JSON-shaped sources.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804672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it for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011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tightly-relational workloads with heavy multi-table joins or strict ACID across many entities.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indexes early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606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queries first, then design the index set. Multikey + compound covers most analytical needs.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Atlas to start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200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free tier gets you running on GCP in 5 minutes. Upgrade only when storage or RAM forces you.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804672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at load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794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JSON is expensive to store. Keep the doc but drop fields no query reads.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1036</Words>
  <Application>Microsoft Office PowerPoint</Application>
  <PresentationFormat>On-screen Show (16:9)</PresentationFormat>
  <Paragraphs>140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498 Stage 2 — MongoDB Prototype</dc:title>
  <dc:subject>PptxGenJS Presentation</dc:subject>
  <dc:creator>Srikar Pisupati, Anirudh Venkatraman, Adam El Bahey</dc:creator>
  <cp:lastModifiedBy>El Bahey, Adam Ahmed</cp:lastModifiedBy>
  <cp:revision>3</cp:revision>
  <dcterms:created xsi:type="dcterms:W3CDTF">2026-04-30T00:21:37Z</dcterms:created>
  <dcterms:modified xsi:type="dcterms:W3CDTF">2026-04-30T00:55:37Z</dcterms:modified>
</cp:coreProperties>
</file>